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198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LifeLink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Donor Matching and Emergency Alert System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661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Compatibility-Aware, Staged-Alert Approach with Simulation-Based Strategy Evaluation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Project Proposal  |  Syed Kabeer Hassan [Roll No.]  |  SCD  •  [Section]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Problem Statement &amp; CCP Justification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emergencies, families look for blood donors through calls and WhatsApp groups. It is slow and unverified, and nobody checks compatibility, distance or eligibility. Alerting everyone floods donors; alerting one by one is too slow.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Complex Computing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6583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requirements: speed vs. donor privacy vs. alert limits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analysis: ABO/Rh rules, distance ranking, escalation, simulation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obvious solution: each alert strategy wins on a different measure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stakeholders: donors, hospitals, families, administrator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Interdependence: one rule change alters every match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188720"/>
            <a:ext cx="4206240" cy="493776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Conditions, All At Once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26680" y="182880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must fit under ABO and Rh rules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26680" y="288036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0" y="2880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 and minimum donation interval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26680" y="393192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931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donors alerted first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26680" y="498348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4983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limit and privacy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alerts a day; contact hidden until accepted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LifeLink  •  Syed Kabeer Hassan [Roll No.]  •  SCD  •  [Section]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with Existing Systems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(WhatsApp / calls)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Blood Donations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Cross Blood Donor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Nearby donor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nearest-first batches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age and interval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admin-verified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hidden until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escalation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radius widened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alert strategies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simulator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9377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public descriptions, none lists compatibility-aware staged alerts with escalation, a per-donor alert limit, or simulation-based comparison of alert strategies. LifeLink fills this gap.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Facebook Newsroom (2019); ProPakistani (2018); American Red Cross Blood Donor App store listing.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LifeLink  •  Syed Kabeer Hassan [Roll No.]  •  SCD  •  [Section]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Features &amp;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603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donors, hospitals; admin verifies hospitals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verified hospitals post blood requests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and Eligibility: ABO/Rh, age, interval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 rank eligible donors by distance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batches, 3-a-day limit, radius escalation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Simulator: 3 alert strategies, measured results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Classes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· Hospital · BloodRequest · BloodGroup · CompatibilityRules · EligibilityChecker · MatchingEngine · Alert · AlertStrategy (AllAtOnce, NearestBatch, OneByOne) · Simulator · DataStore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188720"/>
            <a:ext cx="4663440" cy="1005840"/>
          </a:xfrm>
          <a:prstGeom prst="rect">
            <a:avLst/>
          </a:prstGeom>
          <a:solidFill>
            <a:srgbClr val="7A1426"/>
          </a:solidFill>
          <a:ln w="12700">
            <a:solidFill>
              <a:srgbClr val="7A14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1887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Hospital Data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register; admin verifies hospitals; requests posted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10800000">
            <a:off x="9235440" y="2212848"/>
            <a:ext cx="274320" cy="18288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468880"/>
            <a:ext cx="466344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0" y="24688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MatchingEngine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+ eligibility filter, then rank by distance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9235440" y="3493008"/>
            <a:ext cx="274320" cy="18288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3749040"/>
            <a:ext cx="4663440" cy="1005840"/>
          </a:xfrm>
          <a:prstGeom prst="rect">
            <a:avLst/>
          </a:prstGeom>
          <a:solidFill>
            <a:srgbClr val="7A1426"/>
          </a:solidFill>
          <a:ln w="12700">
            <a:solidFill>
              <a:srgbClr val="7A14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7490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AlertStrategy + Alert Limit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nearest 10; widen radius if too few accept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9235440" y="4773168"/>
            <a:ext cx="274320" cy="18288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5029200"/>
            <a:ext cx="4663440" cy="1005840"/>
          </a:xfrm>
          <a:prstGeom prst="rect">
            <a:avLst/>
          </a:prstGeom>
          <a:solidFill>
            <a:srgbClr val="7A1426"/>
          </a:solidFill>
          <a:ln w="12700">
            <a:solidFill>
              <a:srgbClr val="7A14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50292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and Results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3 strategies; time to fulfil, alerts per donor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LifeLink  •  Syed Kabeer Hassan [Roll No.]  •  SCD  •  [Section]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Technologies &amp; Timeline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3891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(JDK 17+)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IntelliJ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text / CSV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menu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&amp;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976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approach: console-based with simulated alerts (fastest, lowest risk). Web/mobile with real SMS is a stretch goal only.</a:t>
            </a:r>
            <a:endParaRPr lang="en-US" sz="1200" dirty="0"/>
          </a:p>
        </p:txBody>
      </p:sp>
      <p:sp>
        <p:nvSpPr>
          <p:cNvPr id="4" name="Text 3"/>
          <p:cNvSpPr txBox="1"/>
          <p:nvPr/>
        </p:nvSpPr>
        <p:spPr>
          <a:xfrm>
            <a:off x="539496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Timeline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94960" y="1600200"/>
            <a:ext cx="6309360" cy="54864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3212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Design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SRS, class diagram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2240280"/>
            <a:ext cx="6309360" cy="54864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32120" y="2240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Hospital, BloodRequest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94960" y="2880360"/>
            <a:ext cx="6309360" cy="54864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3212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&amp; Eligibility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2880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ABO/Rh, age, interval, unit-tested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94960" y="3520440"/>
            <a:ext cx="6309360" cy="54864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32120" y="3520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76656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3520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ranking, batch selection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394960" y="4160520"/>
            <a:ext cx="6309360" cy="54864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32120" y="4160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Escalation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052560" y="4160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limit, radius widening, privacy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394960" y="4800600"/>
            <a:ext cx="6309360" cy="54864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532120" y="4800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8–9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766560" y="4800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052560" y="4800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strategies, metrics, seeded runs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394960" y="5440680"/>
            <a:ext cx="6309360" cy="54864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532120" y="5440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10–11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766560" y="5440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052560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report, demo prep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LifeLink  •  Syed Kabeer Hassan [Roll No.]  •  SCD  •  [Section]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Widescreen</PresentationFormat>
  <Paragraphs>128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LifeLink</dc:title>
  <dc:subject>PptxGenJS Presentation</dc:subject>
  <dc:creator>Syed Kabeer Hassan</dc:creator>
  <cp:lastModifiedBy>syed kabeer gillani</cp:lastModifiedBy>
  <cp:revision>1</cp:revision>
  <dcterms:created xsi:type="dcterms:W3CDTF">2026-10-05T03:57:40Z</dcterms:created>
  <dcterms:modified xsi:type="dcterms:W3CDTF">2026-10-05T04:00:15Z</dcterms:modified>
</cp:coreProperties>
</file>